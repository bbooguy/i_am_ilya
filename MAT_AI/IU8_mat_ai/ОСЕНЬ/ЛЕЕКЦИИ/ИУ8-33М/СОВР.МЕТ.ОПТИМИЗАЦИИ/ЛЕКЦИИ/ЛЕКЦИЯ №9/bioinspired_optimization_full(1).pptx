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7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Биоинспирированные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Алгоритмы, основанные на моделировании поведения живых организмов.</a:t>
            </a:r>
          </a:p>
          <a:p>
            <a:r>
              <a:t>Используются для поиска оптимальных решений в сложных пространствах.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Популяционные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Работают с множеством решений одновременно.</a:t>
            </a:r>
          </a:p>
          <a:p>
            <a:r>
              <a:t>Эволюционные принципы: мутации, селекция, взаимодействие агентов.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Пчелиный алгоритм — 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Моделирует поведение медоносных пчёл.</a:t>
            </a:r>
          </a:p>
          <a:p>
            <a:r>
              <a:t>Использует разведчиков, форейджеров, и механизм отбора лучших участков поиска.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Пчелиный алгоритм — формулы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Инициализация: X_i ∼ U(a,b)\n2. Локальный поиск: v_{ij} = x_{ij} + φ_{ij}(x_{ij} - x_{kj})\n3. Вероятность выбора участка: p_i = f_i / Σ f_k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Пчелиный алгоритм — схема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Бактериальный алгоритм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Основан на хемотаксисе бактерий E.coli.</a:t>
            </a:r>
          </a:p>
          <a:p>
            <a:r>
              <a:t>Движение → репликация → элиминация → рассеивание.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Бактериальный алгоритм — хемотаксис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Шаг хемотаксиса:\nx_i(t+1) = x_i(t) + C(i) * Δ / ||Δ||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Бактериальный алгоритм — формулы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J(i) = J(i) + J_{cc}(x)\nJ_{cc}(x) = Σ_j -d_attract exp(-w_attract ||x - x_j||²)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Бактериальный алгоритм — схема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 светлячков — 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Светлячки перемещаются к более ярким особям.</a:t>
            </a:r>
          </a:p>
          <a:p>
            <a:r>
              <a:t>Яркость соответствует качеству решения.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Светлячки — формулы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Притяжение: β = β₀ e^{-γr²}\nОбновление позиции: x_i = x_i + β(x_j - x_i) + αε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Светлячки — схема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алгоритмов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Пчёлы: баланс разведки и эксплуатации.</a:t>
            </a:r>
          </a:p>
          <a:p>
            <a:r>
              <a:t>Бактерии: устойчивы к шумным функциям.</a:t>
            </a:r>
          </a:p>
          <a:p>
            <a:r>
              <a:t>Светлячки: хорошо работают в мультимодальных пространствах.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Оптимизация маршрутов</a:t>
            </a:r>
          </a:p>
          <a:p>
            <a:r>
              <a:t>Распознавание образов</a:t>
            </a:r>
          </a:p>
          <a:p>
            <a:r>
              <a:t>Обучение параметров моделей</a:t>
            </a:r>
          </a:p>
          <a:p>
            <a:r>
              <a:t>Технологические процессы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Биоинспирированные методы обеспечивают гибкость и высокую адаптивность при оптимизации сложных систем.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пчелиного алгоритма</a:t>
            </a:r>
          </a:p>
        </p:txBody>
      </p:sp>
      <p:pic>
        <p:nvPicPr>
          <p:cNvPr id="3" name="Picture 2" descr="bee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6412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бактериального алгоритма</a:t>
            </a:r>
          </a:p>
        </p:txBody>
      </p:sp>
      <p:pic>
        <p:nvPicPr>
          <p:cNvPr id="3" name="Picture 2" descr="bact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641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алгоритма светлячков</a:t>
            </a:r>
          </a:p>
        </p:txBody>
      </p:sp>
      <p:pic>
        <p:nvPicPr>
          <p:cNvPr id="3" name="Picture 2" descr="firefly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641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341</Words>
  <Application>Microsoft Office PowerPoint</Application>
  <PresentationFormat>Экран (4:3)</PresentationFormat>
  <Paragraphs>40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Биоинспирированные алгоритмы</vt:lpstr>
      <vt:lpstr>Популяционные алгоритмы</vt:lpstr>
      <vt:lpstr>Пчелиный алгоритм — идея</vt:lpstr>
      <vt:lpstr>Пчелиный алгоритм — формулы</vt:lpstr>
      <vt:lpstr>Пчелиный алгоритм — схема</vt:lpstr>
      <vt:lpstr>Бактериальный алгоритм</vt:lpstr>
      <vt:lpstr>Бактериальный алгоритм — хемотаксис</vt:lpstr>
      <vt:lpstr>Бактериальный алгоритм — формулы</vt:lpstr>
      <vt:lpstr>Бактериальный алгоритм — схема</vt:lpstr>
      <vt:lpstr>Алгоритм светлячков — идея</vt:lpstr>
      <vt:lpstr>Светлячки — формулы</vt:lpstr>
      <vt:lpstr>Светлячки — схема</vt:lpstr>
      <vt:lpstr>Сравнение алгоритмов</vt:lpstr>
      <vt:lpstr>Применения</vt:lpstr>
      <vt:lpstr>Заключение</vt:lpstr>
      <vt:lpstr>Схема пчелиного алгоритма</vt:lpstr>
      <vt:lpstr>Схема бактериального алгоритма</vt:lpstr>
      <vt:lpstr>Схема алгоритма светлячков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Биоинспирированные алгоритмы</dc:title>
  <dc:subject/>
  <dc:creator>User</dc:creator>
  <cp:keywords/>
  <dc:description>generated using python-pptx</dc:description>
  <cp:lastModifiedBy>Yuriy Kaganov</cp:lastModifiedBy>
  <cp:revision>1</cp:revision>
  <dcterms:created xsi:type="dcterms:W3CDTF">2013-01-27T09:14:16Z</dcterms:created>
  <dcterms:modified xsi:type="dcterms:W3CDTF">2025-12-08T11:07:50Z</dcterms:modified>
  <cp:category/>
</cp:coreProperties>
</file>
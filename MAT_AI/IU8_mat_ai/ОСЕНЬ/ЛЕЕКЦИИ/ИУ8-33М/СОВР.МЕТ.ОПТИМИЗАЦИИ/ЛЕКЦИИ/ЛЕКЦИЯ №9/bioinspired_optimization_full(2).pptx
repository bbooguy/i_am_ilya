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3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4DEB1-C7F3-456F-A5E6-24B62BE5506C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CAB50-960B-4FDE-AE1E-542B78D2AA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81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CAB50-960B-4FDE-AE1E-542B78D2AA3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361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699023"/>
            <a:ext cx="6858000" cy="1238113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8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558778"/>
            <a:ext cx="6858000" cy="2132800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Роевые алгоритмы и их применение для решения оптимизационных задач в условиях неопределенности</a:t>
            </a:r>
            <a:endParaRPr lang="ru-RU" sz="3300" dirty="0">
              <a:solidFill>
                <a:schemeClr val="tx1"/>
              </a:solidFill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algn="ctr"/>
            <a:endParaRPr lang="ru-RU" sz="6000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endParaRPr lang="ru-RU" sz="3300" b="1" dirty="0"/>
          </a:p>
        </p:txBody>
      </p:sp>
    </p:spTree>
    <p:extLst>
      <p:ext uri="{BB962C8B-B14F-4D97-AF65-F5344CB8AC3E}">
        <p14:creationId xmlns:p14="http://schemas.microsoft.com/office/powerpoint/2010/main" val="179321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Биоинспирированные алгоритмы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Алгоритмы, основанные на моделировании поведения живых организмов.</a:t>
            </a:r>
          </a:p>
          <a:p>
            <a:r>
              <a:t>Используются для поиска оптимальных решений в сложных пространствах.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5D3275-5678-4167-B32B-2ADC151F3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Популяционные алгоритмы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Работают с множеством решений одновременно.</a:t>
            </a:r>
          </a:p>
          <a:p>
            <a:r>
              <a:t>Эволюционные принципы: мутации, селекция, взаимодействие агентов.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Биоинспирированные</a:t>
            </a:r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алгоритмы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C522F-C6CF-4832-9E3D-6B31E8488E71}"/>
              </a:ext>
            </a:extLst>
          </p:cNvPr>
          <p:cNvSpPr txBox="1"/>
          <p:nvPr/>
        </p:nvSpPr>
        <p:spPr>
          <a:xfrm>
            <a:off x="578069" y="1800221"/>
            <a:ext cx="7882759" cy="35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Введение в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биоинспирированные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алгоритмы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1: Алгоритм оптимизации пчелиной колонией (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Bee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Colony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ABC)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364490" algn="l"/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2: Алгоритм оптимизации бактериальной колонией (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Bacterial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Foraging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BFO)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3: Алгоритм оптимизации роем светлячков (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Firefly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FA)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алгоритмов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Примеры практических приложений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9089"/>
            <a:ext cx="8229600" cy="567559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Введение. Что такое </a:t>
            </a:r>
            <a:r>
              <a:rPr lang="ru-RU" sz="36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биоинспирированные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алгоритмы?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Класс вычислительных методов, имитирующих принципы коллективного поведения живых систем (роевой интеллект, эволюцию, самоорганизацию) для решения сложных задач оптимизации.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особенности: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Децентрализация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Самоорганизация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Параллелизм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Глобальный поиск решений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Устойчивость к помехам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Зачем они нужны?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Для задач, где классические методы (градиентные и др.) неэффективны: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многомодальные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негладкие, NP-трудные задачи.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Общая схема работы </a:t>
            </a:r>
            <a:r>
              <a:rPr lang="ru-RU" sz="36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биоинспирированных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алгоритмов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Идея: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«Черный ящик» — алгоритм не знает внутренней структуры задачи.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Блок-схема: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Инициализация популяции случайных решений («особей»).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качества каждой особи (функция приспособленности).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особей по биологическим правилам (обмен информацией, притяжение/отталкивание).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Отбор и «размножение» лучших решений.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критерия остановки (макс. итераций, точность). Если не выполнено — возврат к шагу 2.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Выдача лучшего найденного решения.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 1. Алгоритм оптимизации пчелиной колонией (ABC)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Биологический прототип: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Поведение медоносных пчел при сборе нектара.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Автор и год: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Дервиш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Карабога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2005.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Ключевые агенты в алгоритме: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Пчелы-разведчики: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Ищут новые источники пищи (случайный поиск).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Пчелы-фуражиры (рабочие/наблюдатели):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Эксплуатируют известные источники, делятся информацией через «танец».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Основная метафора: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Источник нектара = потенциальное решение задачи. Качество нектара = значение функции приспособленности.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 ABC (фазы алгоритма)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F53602-DE39-4BDF-BBB6-CCB683C7D9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770350"/>
            <a:ext cx="8566726" cy="4185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Фаза пчел-рабочих: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Каждая рабочая пчела модифицирует свою позицию (решение) в окрестности текущего источника.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Формула: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v_ij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x_ij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φ_ij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(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x_ij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x_kj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где φ — случайное число, k — соседний источник.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Фаза пчел-наблюдателей: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Выбор источника с вероятностью, пропорциональной его качеству (колесо рулетки).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Фаза пчел-разведчиков: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Если источник исчерпан (не улучшался много итераций), он забрасывается, и разведчик находит новый случайный источник.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и недостатки </a:t>
            </a:r>
            <a:r>
              <a:rPr lang="en-US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br>
              <a:rPr lang="en-US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реализации и малое количество параметров.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Эффективный баланс между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исследованием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и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использованием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exploitation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Хорошо работает на многомерных 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многомодальных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задачах.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Может медленно сходиться на унимодальных задачах по сравнению с градиентными методами.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сходимости зависит от начальных параметров.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 2. Алгоритм оптимизации бактериальной колонией (BFO)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Биологический прототип: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Хемотаксис кишечной палочки (E.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coli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— движение к питательным веществам и от ядов.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Автор и год: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К.М.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Пассино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2002.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идея: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Моделирует четыре процесса: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Хемотаксис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(основной процесс движения).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Скопление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(взаимное притяжение бактерий).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Размножение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Устранение и рассеивание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(заброс в случайную точку для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избежания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локальных оптимумов).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 </a:t>
            </a:r>
            <a:r>
              <a:rPr lang="en-US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BFO. </a:t>
            </a:r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Хемотаксис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A23935-0794-4E8A-9E29-995703E64E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8926"/>
            <a:ext cx="8686800" cy="4888510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Движение бактерии: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«Кувырок» (случайное изменение направления) и «Плавание» (движение в выбранном направлении).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обновления позиции i-й бактерии: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θ_i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(j+1, k, l) =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θ_i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(j, k, l) + C(i) * (Δ /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(Δ^T * Δ))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 — позиция бактерии (решение).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j, k, l — индексы хемотаксиса, размножения и устранения.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C(i) — размер шага.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Δ — вектор случайного направления для «кувырка».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и недостатки </a:t>
            </a:r>
            <a:r>
              <a:rPr lang="en-US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BFO</a:t>
            </a:r>
            <a:br>
              <a:rPr lang="en-US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00FC3F-C8D8-4BF3-B88A-D74A6E2ADE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350" y="1044505"/>
            <a:ext cx="8879181" cy="5103953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механизма 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«рассеивания»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помогает избегать локальных оптимумов.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Хорошо подходит для задач с динамической средой и шумами.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Параллельная природа (бактерии действуют относительно независимо).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вычислительная сложность из-за множества вложенных циклов (хемотаксис, размножение, рассеивание).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Большое количество параметров для настройки (C, число шагов хемотаксиса и т.д.).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Медленная сходимость.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Светлячки — схема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алгоритмов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Пчёлы: баланс разведки и эксплуатации.</a:t>
            </a:r>
          </a:p>
          <a:p>
            <a:r>
              <a:t>Бактерии: устойчивы к шумным функциям.</a:t>
            </a:r>
          </a:p>
          <a:p>
            <a:r>
              <a:t>Светлячки: хорошо работают в мультимодальных пространствах.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Применения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Оптимизация маршрутов</a:t>
            </a:r>
          </a:p>
          <a:p>
            <a:r>
              <a:t>Распознавание образов</a:t>
            </a:r>
          </a:p>
          <a:p>
            <a:r>
              <a:t>Обучение параметров моделей</a:t>
            </a:r>
          </a:p>
          <a:p>
            <a:r>
              <a:t>Технологические процессы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Биоинспирированные методы обеспечивают гибкость и высокую адаптивность при оптимизации сложных систем.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Схема пчелиного алгоритма</a:t>
            </a:r>
          </a:p>
        </p:txBody>
      </p:sp>
      <p:pic>
        <p:nvPicPr>
          <p:cNvPr id="3" name="Picture 2" descr="bee_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6412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Схема бактериального алгоритма</a:t>
            </a:r>
          </a:p>
        </p:txBody>
      </p:sp>
      <p:pic>
        <p:nvPicPr>
          <p:cNvPr id="3" name="Picture 2" descr="bact_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6412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Схема алгоритма светлячков</a:t>
            </a:r>
          </a:p>
        </p:txBody>
      </p:sp>
      <p:pic>
        <p:nvPicPr>
          <p:cNvPr id="3" name="Picture 2" descr="firefly_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641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805</Words>
  <Application>Microsoft Office PowerPoint</Application>
  <PresentationFormat>Экран (4:3)</PresentationFormat>
  <Paragraphs>96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quote-cjk-patch</vt:lpstr>
      <vt:lpstr>Symbol</vt:lpstr>
      <vt:lpstr>Times New Roman</vt:lpstr>
      <vt:lpstr>Office Theme</vt:lpstr>
      <vt:lpstr>Лекция № 8</vt:lpstr>
      <vt:lpstr>Биоинспирированные алгоритмы</vt:lpstr>
      <vt:lpstr>Популяционные алгоритмы</vt:lpstr>
      <vt:lpstr>Биоинспирированные алгоритмы</vt:lpstr>
      <vt:lpstr>Введение. Что такое биоинспирированные алгоритмы? </vt:lpstr>
      <vt:lpstr>Общая схема работы биоинспирированных алгоритмов </vt:lpstr>
      <vt:lpstr>Часть 1. Алгоритм оптимизации пчелиной колонией (ABC) </vt:lpstr>
      <vt:lpstr>Математическая модель ABC (фазы алгоритма) </vt:lpstr>
      <vt:lpstr>Преимущества и недостатки ABC </vt:lpstr>
      <vt:lpstr>Часть 2. Алгоритм оптимизации бактериальной колонией (BFO) </vt:lpstr>
      <vt:lpstr>Математическая модель BFO. Хемотаксис </vt:lpstr>
      <vt:lpstr>Преимущества и недостатки BFO </vt:lpstr>
      <vt:lpstr>Светлячки — схема</vt:lpstr>
      <vt:lpstr>Сравнение алгоритмов</vt:lpstr>
      <vt:lpstr>Применения</vt:lpstr>
      <vt:lpstr>Заключение</vt:lpstr>
      <vt:lpstr>Схема пчелиного алгоритма</vt:lpstr>
      <vt:lpstr>Схема бактериального алгоритма</vt:lpstr>
      <vt:lpstr>Схема алгоритма светлячков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Биоинспирированные алгоритмы</dc:title>
  <dc:subject/>
  <dc:creator>User</dc:creator>
  <cp:keywords/>
  <dc:description>generated using python-pptx</dc:description>
  <cp:lastModifiedBy>Yuriy Kaganov</cp:lastModifiedBy>
  <cp:revision>7</cp:revision>
  <dcterms:created xsi:type="dcterms:W3CDTF">2013-01-27T09:14:16Z</dcterms:created>
  <dcterms:modified xsi:type="dcterms:W3CDTF">2025-12-08T11:39:07Z</dcterms:modified>
  <cp:category/>
</cp:coreProperties>
</file>
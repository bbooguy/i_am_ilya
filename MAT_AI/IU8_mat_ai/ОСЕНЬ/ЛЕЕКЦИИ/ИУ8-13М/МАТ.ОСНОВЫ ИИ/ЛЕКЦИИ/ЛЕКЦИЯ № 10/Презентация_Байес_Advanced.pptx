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72" y="3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Байесовский вывод, MLE, KL, Cross‑Entropy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Академическая расширенная версия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Формула Байеса — полная запись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200"/>
            </a:pPr>
            <a:r>
              <a:t>P(θ|X) = \frac{P(X|θ)P(θ)}{P(X)}</a:t>
            </a:r>
          </a:p>
          <a:p>
            <a:pPr>
              <a:defRPr sz="2200"/>
            </a:pPr>
            <a:r>
              <a:t>P(X)=∫ P(X|θ)P(θ)dθ</a:t>
            </a:r>
          </a:p>
          <a:p>
            <a:pPr>
              <a:defRPr sz="2200"/>
            </a:pPr>
            <a:r>
              <a:t>Posterior ∝ Likelihood × Prior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Правдоподобие и MLE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200"/>
            </a:pPr>
            <a:r>
              <a:t>L(θ)=P(X|θ)=∏_{i=1}^n P(x_i|θ)</a:t>
            </a:r>
          </a:p>
          <a:p>
            <a:pPr>
              <a:defRPr sz="2200"/>
            </a:pPr>
            <a:r>
              <a:t>ℓ(θ)=log L(θ)=∑_{i=1}^n log P(x_i|θ)</a:t>
            </a:r>
          </a:p>
          <a:p>
            <a:pPr>
              <a:defRPr sz="2200"/>
            </a:pPr>
            <a:r>
              <a:t>θ_MLE = argmax_θ L(θ)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KL-дивергенция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200"/>
            </a:pPr>
            <a:r>
              <a:t>KL(P||Q)=∫ P(x) log(P(x)/Q(x)) dx</a:t>
            </a:r>
          </a:p>
          <a:p>
            <a:pPr>
              <a:defRPr sz="2200"/>
            </a:pPr>
            <a:r>
              <a:t>KL(P||Q) ≥ 0 (неравенство Гиббса)</a:t>
            </a:r>
          </a:p>
          <a:p>
            <a:pPr>
              <a:defRPr sz="2200"/>
            </a:pPr>
            <a:r>
              <a:t>KL(P||Q)=0 ⇔ P(x)=Q(x)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Перекрестная энтропия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200"/>
            </a:pPr>
            <a:r>
              <a:t>H(P,Q) = − ∫ P(x) log Q(x) dx</a:t>
            </a:r>
          </a:p>
          <a:p>
            <a:pPr>
              <a:defRPr sz="2200"/>
            </a:pPr>
            <a:r>
              <a:t>H(P) = − ∫ P(x) log P(x) dx</a:t>
            </a:r>
          </a:p>
          <a:p>
            <a:pPr>
              <a:defRPr sz="2200"/>
            </a:pPr>
            <a:r>
              <a:t>KL(P||Q) = H(P,Q) − H(P)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Высококачественный график распределений</a:t>
            </a:r>
          </a:p>
        </p:txBody>
      </p:sp>
      <p:pic>
        <p:nvPicPr>
          <p:cNvPr id="3" name="Picture 2" descr="hq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400800" cy="426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237</Words>
  <Application>Microsoft Office PowerPoint</Application>
  <PresentationFormat>Экран (4:3)</PresentationFormat>
  <Paragraphs>23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Байесовский вывод, MLE, KL, Cross‑Entropy</vt:lpstr>
      <vt:lpstr>Формула Байеса — полная запись</vt:lpstr>
      <vt:lpstr>Правдоподобие и MLE</vt:lpstr>
      <vt:lpstr>KL-дивергенция</vt:lpstr>
      <vt:lpstr>Перекрестная энтропия</vt:lpstr>
      <vt:lpstr>Высококачественный график распределений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Байесовский вывод, MLE, KL, Cross‑Entropy</dc:title>
  <dc:subject/>
  <dc:creator>User</dc:creator>
  <cp:keywords/>
  <dc:description>generated using python-pptx</dc:description>
  <cp:lastModifiedBy>Yuriy Kaganov</cp:lastModifiedBy>
  <cp:revision>1</cp:revision>
  <dcterms:created xsi:type="dcterms:W3CDTF">2013-01-27T09:14:16Z</dcterms:created>
  <dcterms:modified xsi:type="dcterms:W3CDTF">2025-12-01T20:22:15Z</dcterms:modified>
  <cp:category/>
</cp:coreProperties>
</file>
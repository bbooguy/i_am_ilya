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61" r:id="rId22"/>
    <p:sldId id="362" r:id="rId23"/>
    <p:sldId id="363" r:id="rId24"/>
    <p:sldId id="364" r:id="rId25"/>
    <p:sldId id="36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72662" y="675083"/>
            <a:ext cx="8050924" cy="3989281"/>
          </a:xfrm>
        </p:spPr>
        <p:txBody>
          <a:bodyPr>
            <a:normAutofit fontScale="90000"/>
          </a:bodyPr>
          <a:lstStyle/>
          <a:p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ИСКУССТВЕННОГО ИНТЕЛЛЕКТА</a:t>
            </a:r>
            <a:b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11</a:t>
            </a: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етоды линейной алгебры в машинном обучении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 матричных операций к снижению размерности и сжатию данных</a:t>
            </a:r>
            <a:b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2891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Введение: Почему линейная алгебра?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и тензоры – язык данных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значения и векторы – внутренняя структура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SVD – "фундаментальная теорема" линейной алгебры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и ZCA – классические методы понижения размерности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в ML: от изображений до NLP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  <a:p>
            <a:pPr marL="0" indent="0" algn="ctr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Введение</a:t>
            </a:r>
            <a:b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Данные представляются как векторы, матрицы, тензоры.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Параметры моделей (веса нейросетей) – это матрицы.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Преобразования данных (сдвиг, масштабирование, проекция) – линейные операции.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Ключевая мысль: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Линейная алгебра – это "инфраструктурный" язык для описания вычислений в ML.</a:t>
            </a:r>
          </a:p>
          <a:p>
            <a:pPr marL="0" indent="0">
              <a:buNone/>
            </a:pPr>
            <a:br>
              <a:rPr lang="ru-RU" sz="2400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Матрицы: организованные данные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902AFA-8DA8-4E5C-8A63-5C59C2771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892" y="2995036"/>
            <a:ext cx="8229600" cy="20569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Определение: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Прямоугольная таблица чисел. Размерность: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[строки × столбцы]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Примеры в ML: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Датасет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с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объектами и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признаками → матрица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[n × m]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Веса линейного слоя в нейросети: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[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входные_нейроны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×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выходные_нейроны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]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Визуализация: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Таблица данных (объекты-признаки).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Тензоры: обобщение матриц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E79138-9566-4B4A-8FA4-717CB6486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780381"/>
            <a:ext cx="8575965" cy="33496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Многомерный массив чисел. Нулевая размерность – скаляр, 1 – вектор, 2 – матрица, 3+ – тензор.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в ML: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Черно-белое изображение: матрица [высота × ширина] (тензор 2D).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Цветное изображение: тензор [высота × ширина × каналы(RGB)] (тензор 3D).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Пакет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изображений: тензор [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размер_пакета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× высота × ширина × каналы] (тензор 4D).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Рисунок: скаляр → вектор → матрица → куб (тензор 3D).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операции: где они живут в ML?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C7C250-7473-4E3F-BD61-59719EE9F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2057563"/>
            <a:ext cx="8229600" cy="36112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Сложение/вычитание: центрирование данных.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на скаляр: масштабирование (нормализация).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матриц (крайне важно!):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регрессия: y 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Xw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признаков в нейросетях.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Схема умножения матрицы данных на вектор весов.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значения и собственные векторы</a:t>
            </a:r>
            <a:b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CE4C3-7C4F-4B49-997F-64AF4FA682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911369"/>
            <a:ext cx="8515350" cy="3903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Преобразование – растяжение пространства. Собственный вектор – направление, которое не меняется, а только растягивается/сжимается.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v = λ v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– матрица преобразования.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 – собственный вектор (направление).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 – собственное значение (коэффициент растяжения).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Простая картинка с эллипсом и его осями (собственные векторы матрицы ковариации).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связано с данными?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91CED8-70FE-4E3C-8669-503C3DAF61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21629"/>
            <a:ext cx="8354292" cy="4083104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ковариации данных C описывает форму "облака" точек.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векторы C – это 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направления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разброса данных.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значения λ – это 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дисперсия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(разброс) данных вдоль этих направлений.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2D "облако" точек с двумя ортогональными стрелками (собственные векторы), где длина стрелки пропорциональна 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чего это нужно?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устойчивости систем.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положительной определенности в оптимизации.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Основа для методов понижения размерности (PCA).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SVD-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разложение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FDBC9E-841E-4CF7-9FED-0FC94DBCD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265039"/>
            <a:ext cx="8508125" cy="5196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"Фундаментальная теорема" линейной алгебры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Утверждение: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Любую матрицу A [m × n] можно представить в виде: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= U Σ V^T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Расшифровка: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 [m × m] – левые сингулярные векторы (ортонормированный базис для пространства строк).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 [m × n] – диагональная матрица сингулярных чисел (σ₁ ≥ σ₂ ≥ ... ≥ 0). 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Мощность компонент.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 [n × n] – правые сингулярные векторы (ортонормированный базис для пространства столбцов).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Схематичное разложение матрицы на три компоненты.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Геометрическая интерпретация </a:t>
            </a: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23BEB-F74A-423F-BB2C-C32E5B6823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65257"/>
            <a:ext cx="8515350" cy="359584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Любое линейное преобразование – это: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Вращение/отражение в пространстве признаков (V^T).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Растяжение/сжатие вдоль новых осей (Σ).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Вращение/отражение в пространстве объектов (U).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Анимация или три кадра: 1) исходный круг, 2) после V^T, 3) после Σ, 4) после 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576810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Связь SVD с собственными числами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3DBDB5-4B9B-452F-AD3E-A88E174321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063" y="1301872"/>
            <a:ext cx="8466137" cy="454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Левые сингулярные векторы (U) – это собственные векторы матрицы A A^T.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Правые сингулярные векторы (V) – это собственные векторы матрицы A^T 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Сингулярные числа (σ) – это квадратные корни из собственных значений этих матриц: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σ_i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λ_i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вывод: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SVD более универсален и устойчив, чем разложение по собственным векторам (работает с любыми, не только квадратными матрицами).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ZCA</a:t>
            </a:r>
            <a:b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главных компонент (PCA) – идея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Найти новые ортогональные оси (главные компоненты), вдоль которых дисперсия данных максимальна.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Преобразовать данные в новую систему координат, отбросить оси с малой дисперсией → уменьшить размерность с минимальными потерями информации.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2D облако точек, две новые оси PC1 и PC2. PC1 – направление наибольшего разброса.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(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шаги)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CD43B5-DE97-4CF0-8E5E-C34E5CDFA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21630"/>
            <a:ext cx="8434552" cy="4083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Центрирование данных: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Вычесть среднее по каждому признаку.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Вычисление ковариационной матрицы: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 = X^T X / (n-1).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Собственное разложение 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(или SVD 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Находим собственные векторы (V) и значения.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Упорядочиваем компоненты по убыванию 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Переводим данные в новое пространство: T = X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V_k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Здесь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V_k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первые k собственных векторов.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Блок-схема из 5 шагов.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через призму SVD (предпочтительный способ)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00241-B8B5-436F-A259-DD1A249B4D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75517"/>
            <a:ext cx="8318938" cy="3775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Делаем SVD для центрированной матрицы данных: 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X_centered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U Σ V^T.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компоненты (PC) – это 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столбцы матрицы 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Проекция (сжатые данные): T = U Σ или X 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так лучше?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Численно более стабильно, особенно для больших или "широких" матриц.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ZCA-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("Белые пятна")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FD3989-2915-417A-8987-8FDC31589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67632"/>
            <a:ext cx="8317345" cy="5191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Не только снизить размерность, но и получить 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декоррелированные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признаки с единичной дисперсией, максимально похожие на исходные.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ZCA = U U^T (для данных, спроецированных на все компоненты и "отбеленных").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Часто: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X_zca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X V D^{-1/2} V^T, где D – диагональная матрица собственных значений.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Ковариационная матрица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X_zca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становится единичной матрицей.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Сравнение: исходное облако (эллипс), после PCA (повернутый эллипс), после ZCA (круг, похожий на исходный).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ZCA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4876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PCA: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Поворачивает данные, находит главные оси. Используется для </a:t>
            </a:r>
            <a:r>
              <a:rPr lang="ru-RU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сжатия и визуализации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ZCA: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"Отбеливает" данные, убирая корреляции. Используется как </a:t>
            </a:r>
            <a:r>
              <a:rPr lang="ru-RU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(например, в изображениях перед обучением CNN) для ускорения сходимости.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Ряд изображений: оригинал, PCA-компоненты, ZCA-результат (похож на оригинал, но с иным распределением пикселей).</a:t>
            </a:r>
          </a:p>
          <a:p>
            <a:pPr marL="0" indent="0">
              <a:buNone/>
            </a:pPr>
            <a:br>
              <a:rPr lang="ru-RU" dirty="0"/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Понижение размерности: зачем?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Борьба с "проклятием размерности".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Сжатие данных, ускорение обучения.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многомерных данных (проекция на 2D/3D).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многомерных данных (проекция на 2D/3D).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шума и избыточных признаков.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обобщающей способности модели.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Применение в обработке изображений и компьютерном зрении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Сжатие: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лица (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Eigenfaces).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ZCA-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отбеливание в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признаков: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SVD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упрощения матриц в классических алгоритмах.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Пример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Eigenfaces.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в обработке естественного языка (NLP)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Latent Semantic Analysis (LSA):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SVD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"термин-документ" для поиска скрытых тематик.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размерности векторов слов (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embeddings).</a:t>
            </a:r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Схема матрицы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Term-Document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ее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SVD.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в рекомендательных системах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60E8B3-67D3-4CCE-999E-2FB57C07D8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01495"/>
            <a:ext cx="8497614" cy="3713773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вроде SVD (и его улучшений – SVD++,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FunkSVD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для прогноза оценок в матрице "пользователь-товар".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Найти скрытые (латентные) факторы пользователей и товаров.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Матрица оценок R ≈ P Q^T.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94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6"/>
            <a:ext cx="8229600" cy="685801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Помимо понижения размерности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систем линейных уравнений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 линейной регрессии (МНК).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Вычисление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псевдообратной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матрицы Мура-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Пенроуза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через SVD.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Регуляризация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 ее связь с собственными значениями.</a:t>
            </a:r>
          </a:p>
          <a:p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16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545" y="2366197"/>
            <a:ext cx="8229600" cy="1143000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704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0458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Резюме ключевых идей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628" y="118509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= Тензоры.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Операции с ними – основа вычислений в ML.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векторы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показывают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направления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изменчивости данных.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мощнейший инструмент разложения и анализа данных.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&amp; ZCA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практические методы, вытекающие из LA, для сжатия и предобработки.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Эти методы –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"рабочие лошадки"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 областях от CV до NLP.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94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контекст и развитие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Автоэнкодеры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нелинейное обобщение PCA.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t-SNE, UMAP: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Современные методы визуализации, использующие LA на начальных этапах.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Тензорные разложения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(CP,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Tucker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для анализа многомерных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вывод: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Линейная алгебра остается ядром, вокруг которого строятся даже самые сложные нелинейные модели.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59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1485</Words>
  <Application>Microsoft Office PowerPoint</Application>
  <PresentationFormat>Экран (4:3)</PresentationFormat>
  <Paragraphs>147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Menlo</vt:lpstr>
      <vt:lpstr>quote-cjk-patch</vt:lpstr>
      <vt:lpstr>Times New Roman</vt:lpstr>
      <vt:lpstr>Office Theme</vt:lpstr>
      <vt:lpstr>МАТЕМАТИЧЕСКИЕ ОСНОВЫ ИСКУССТВЕННОГО ИНТЕЛЛЕКТА Каганов Ю.Т.  ЛЕКЦИЯ № 11  Методы линейной алгебры в машинном обучении От матричных операций к снижению размерности и сжатию данных  </vt:lpstr>
      <vt:lpstr>Содержание</vt:lpstr>
      <vt:lpstr> Введение </vt:lpstr>
      <vt:lpstr>Матрицы: организованные данные</vt:lpstr>
      <vt:lpstr>Тензоры: обобщение матриц</vt:lpstr>
      <vt:lpstr>Базовые операции: где они живут в ML?</vt:lpstr>
      <vt:lpstr>Собственные значения и собственные векторы </vt:lpstr>
      <vt:lpstr>Как это связано с данными?</vt:lpstr>
      <vt:lpstr>Для чего это нужно?</vt:lpstr>
      <vt:lpstr>SVD-разложение </vt:lpstr>
      <vt:lpstr>Геометрическая интерпретация SVD</vt:lpstr>
      <vt:lpstr>Связь SVD с собственными числами  </vt:lpstr>
      <vt:lpstr>PCA и ZCA </vt:lpstr>
      <vt:lpstr>Алгоритм PCA (шаги)</vt:lpstr>
      <vt:lpstr>PCA через призму SVD (предпочтительный способ)</vt:lpstr>
      <vt:lpstr>ZCA-преобразование ("Белые пятна")</vt:lpstr>
      <vt:lpstr>Сравнение PCA и ZCA</vt:lpstr>
      <vt:lpstr>Понижение размерности: зачем?</vt:lpstr>
      <vt:lpstr> Применение в обработке изображений и компьютерном зрении</vt:lpstr>
      <vt:lpstr>Применение в обработке естественного языка (NLP)</vt:lpstr>
      <vt:lpstr> Применение в рекомендательных системах</vt:lpstr>
      <vt:lpstr>Помимо понижения размерности  </vt:lpstr>
      <vt:lpstr>Заключение </vt:lpstr>
      <vt:lpstr>Резюме ключевых идей  </vt:lpstr>
      <vt:lpstr>Современный контекст и развитие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Формула Байеса для оценки параметров модели</dc:title>
  <dc:subject/>
  <dc:creator>User</dc:creator>
  <cp:keywords/>
  <dc:description>generated using python-pptx</dc:description>
  <cp:lastModifiedBy>Yuriy Kaganov</cp:lastModifiedBy>
  <cp:revision>40</cp:revision>
  <dcterms:created xsi:type="dcterms:W3CDTF">2013-01-27T09:14:16Z</dcterms:created>
  <dcterms:modified xsi:type="dcterms:W3CDTF">2025-12-11T12:33:16Z</dcterms:modified>
  <cp:category/>
</cp:coreProperties>
</file>